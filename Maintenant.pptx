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KOLAPSIS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pPr indent="0" marL="0">
              <a:buNone/>
            </a:pPr>
            <a:r>
              <a:rPr lang="en-US" sz="1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everything. </a:t>
            </a:r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nothing.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container. Ton stack entier monitoré en quelques secondes.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endpoints, certificats, métriques, status page — tout au même endroit.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760720"/>
            <a:ext cx="2590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01675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Vue 3 · SQLite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22244" y="5760720"/>
            <a:ext cx="2590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22244" y="601675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K8s · Swarm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5848" y="5760720"/>
            <a:ext cx="2590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FOOTPRINT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5848" y="601675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MB RAM · 1 binaire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451" y="5760720"/>
            <a:ext cx="2590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451" y="601675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/ Commercial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jongles avec 5 outils pour monitorer ton homelab.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pour les containers, un pour l'uptime, un pour les certificats, un pour les métriques, un pour la status page. Trop.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920240" cy="438912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1920240" cy="438912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Kuma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920240" cy="438912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Dozzle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920240" cy="438912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94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checker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1920240" cy="438912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43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3465576"/>
            <a:ext cx="11887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891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APRÈS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194560"/>
            <a:ext cx="7132320" cy="3017520"/>
          </a:xfrm>
          <a:prstGeom prst="rect">
            <a:avLst/>
          </a:prstGeom>
          <a:solidFill>
            <a:srgbClr val="111821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46888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5780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663440" y="31546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binaire Go. SQLite embarqué. Frontend Vue dans embed.FS.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Swarm et Kubernetes auto-détectés. Zéro config pour démarrer.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Installé en 30 secondes, tout ton stack visible immédiatement.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6344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MB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663440" y="603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idle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309360" y="603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binaire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5528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955280" y="603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dépendance externe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0120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9601200" y="6035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pour démarrer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D'ENSEMBLE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tu monitorais. Enfin ensemble.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domaines, une seule app. Déclaratif via labels Docker, zero-config pour l'essentiel.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0312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Docker &amp; K8s, état, health, restart loops, logs live.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07738" y="192024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7738" y="192024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21488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9258" y="210312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2058" y="265176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HTTP/TCP via labels. Thresholds, uptime 90j, sparklines.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66837" y="192024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66837" y="192024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1488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98357" y="210312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41157" y="265176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cron jobs. URL unique, curl, deadline missed → alerte.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41376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341376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423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5966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TLS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22960" y="414528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Auto-détection depuis les HTTPS. Alertes 30/14/7/3/1 jours.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07738" y="341376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07738" y="341376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058" y="364236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39258" y="35966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582058" y="414528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mémoire, I/O réseau &amp; disque. Temps réel + historique.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66837" y="341376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066837" y="341376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157" y="364236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98357" y="35966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341157" y="414528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0.0.0.0, DB exposées, host-network, privileged, NodePort.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490728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48640" y="490728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13588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280160" y="5090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intel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822960" y="563880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OCI registries. Comparaison de digests. Commandes compose-aware.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307738" y="490728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307738" y="490728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2058" y="5135880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039258" y="5090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4582058" y="563880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unifié, silence rules, retry backoff. Webhook + Discord.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066837" y="4907280"/>
            <a:ext cx="3576218" cy="131064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066837" y="4907280"/>
            <a:ext cx="54864" cy="1310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1157" y="5135880"/>
            <a:ext cx="347472" cy="3474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798357" y="5090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</a:t>
            </a:r>
            <a:endParaRPr lang="en-US" sz="1600" dirty="0"/>
          </a:p>
        </p:txBody>
      </p:sp>
      <p:sp>
        <p:nvSpPr>
          <p:cNvPr id="50" name="Text 39"/>
          <p:cNvSpPr/>
          <p:nvPr/>
        </p:nvSpPr>
        <p:spPr>
          <a:xfrm>
            <a:off x="8341157" y="5638800"/>
            <a:ext cx="311901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publique, groupes de composants, SSE live, sévérité agrégée.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Docker &amp; Kubernetes.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container apparaît à la seconde où il démarre. Aucun fichier de config à maintenir.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103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discovery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via socket Docker monté en read-only, ou via service account K8s.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352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restarts, logs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012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d'état, restart loops, streaming stdout/stderr démuxé.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Compose-aware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projets Compose sont regroupés automatiquement.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970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natif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960120" y="4754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Deployments, DaemonSets, StatefulSets comme citoyens de première classe.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26694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auto-détecté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60120" y="5532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→ Swarm manager → Docker. MAINTENANT_RUNTIME pour forcer.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766560" y="2011680"/>
            <a:ext cx="4876495" cy="4114800"/>
          </a:xfrm>
          <a:prstGeom prst="rect">
            <a:avLst/>
          </a:prstGeom>
          <a:solidFill>
            <a:srgbClr val="000000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967728" y="221284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242048" y="22128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516368" y="221284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55280" y="214884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766560" y="2560320"/>
            <a:ext cx="4876495" cy="0"/>
          </a:xfrm>
          <a:prstGeom prst="line">
            <a:avLst/>
          </a:prstGeom>
          <a:noFill/>
          <a:ln w="12700">
            <a:solidFill>
              <a:srgbClr val="1F2D3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95160" y="2697480"/>
            <a:ext cx="45107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ghcr.io/kolapsis/maintenant:latest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["8080:8080"]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/var/run/docker.sock:/var/run/docker.sock:ro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/proc:/host/proc:ro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maintenant-data:/data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MAINTENANT_ADDR: "0.0.0.0:8080"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MAINTENANT_DB:   "/data/maintenant.db"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$ docker compose up -d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 &amp; HEARTBEATS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et cron monitoring, déclarés en labels.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définis tes checks là où vivent tes services. Pas de YAML séparé.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103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TCP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Déclaratif via labels Docker. Simple ou indexé pour plusieurs endpoints.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352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configurables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012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recovery thresholds, timeouts, méthodes, headers, status attendus.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90 jours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times, uptime history, sparklines visuelles.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970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pings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960120" y="4754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unique par job. Un curl dans ton cron, maintenant.dev suit le reste.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26694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missed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60120" y="5532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finish, durée, exit code. Alerte si le job rate sa fenêtre.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766560" y="2011680"/>
            <a:ext cx="4876495" cy="4114800"/>
          </a:xfrm>
          <a:prstGeom prst="rect">
            <a:avLst/>
          </a:prstGeom>
          <a:solidFill>
            <a:srgbClr val="000000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967728" y="221284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242048" y="22128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516368" y="221284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55280" y="214884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 &amp; heartbeat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766560" y="2560320"/>
            <a:ext cx="4876495" cy="0"/>
          </a:xfrm>
          <a:prstGeom prst="line">
            <a:avLst/>
          </a:prstGeom>
          <a:noFill/>
          <a:ln w="12700">
            <a:solidFill>
              <a:srgbClr val="1F2D3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95160" y="2697480"/>
            <a:ext cx="45107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Endpoint HTTP via label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maintenant.endpoint.http: "https://api/health"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maintenant.endpoint.interval: "15s"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maintenant.endpoint.failure-threshold: "3"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Plusieurs endpoints par container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maintenant.endpoint.0.http: "https://app/health"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maintenant.endpoint.1.tcp:  "redis:6379"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Heartbeat — un curl dans ton crontab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 -o /dev/null \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https://now.example.com/ping/{uuid}/$?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FINE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ressources, sécurité réseau.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trous noirs du self-hosting, couverts par défaut — sans agent à installer.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62232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414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06324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Certificats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9970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Auto-détection depuis tes endpoints HTTPS. Monitors standalone pour n'importe quel domaine. Validation de chaîne complète. Alertes à 30, 14, 7, 3 et 1 jour avant expiration.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5257800"/>
            <a:ext cx="2997098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3492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: 5 monitors standalone · HTTPS auto-détectés illimités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22978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97298" y="2286000"/>
            <a:ext cx="640080" cy="640080"/>
          </a:xfrm>
          <a:prstGeom prst="ellipse">
            <a:avLst/>
          </a:prstGeom>
          <a:solidFill>
            <a:srgbClr val="162232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46" y="24414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7298" y="306324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97298" y="3566160"/>
            <a:ext cx="29970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mémoire, I/O réseau et disque par container. Graphs de 1 heure à 30 jours. Seuils d'alerte par container avec debounce. Vue 'top consumers' pour triage immédiat.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97298" y="5257800"/>
            <a:ext cx="2997098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7298" y="53492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: métriques live · Pro : historique étendu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097317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71637" y="2286000"/>
            <a:ext cx="640080" cy="640080"/>
          </a:xfrm>
          <a:prstGeom prst="ellipse">
            <a:avLst/>
          </a:prstGeom>
          <a:solidFill>
            <a:srgbClr val="162232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085" y="24414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1637" y="306324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371637" y="3566160"/>
            <a:ext cx="29970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: ports bind 0.0.0.0, DB exposées, host-network, privileged, NodePort sans NetworkPolicy. Mapping image → écosystème logiciel via manifest OCI.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371637" y="5257800"/>
            <a:ext cx="2997098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71637" y="534924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: insights bruts · Pro : CVE + risk score + changelogs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RÉAGIR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&amp; alerting unifié.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 de faire docker pull à l'aveugle. Arrête de maintenir 3 moteurs d'alerte.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77840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intelligence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9008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registries OCI en HEAD-only — aucune image téléchargée.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9300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429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digests pour détecter les updates disponibles.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9592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update &amp; rollback compose-aware avec --project-directory.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9884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 de scan configurable (MAINTENANT_UPDATE_INTERVAL).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355080" y="2011680"/>
            <a:ext cx="5287975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286000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78040" y="228600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d'alertes</a:t>
            </a:r>
            <a:endParaRPr lang="en-US" sz="2000" dirty="0"/>
          </a:p>
        </p:txBody>
      </p:sp>
      <p:sp>
        <p:nvSpPr>
          <p:cNvPr id="20" name="Shape 12"/>
          <p:cNvSpPr/>
          <p:nvPr/>
        </p:nvSpPr>
        <p:spPr>
          <a:xfrm>
            <a:off x="6583680" y="3246120"/>
            <a:ext cx="4830775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6629400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680960" y="2926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Événements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0561320" y="29260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Sévérité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6629400" y="3273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680960" y="32735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restart_loop, health_unhealthy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10561320" y="3273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629400" y="36210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7680960" y="362102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consecutive_failure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0561320" y="3621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629400" y="396849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680960" y="396849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deadline_missed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0561320" y="39684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629400" y="4315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680960" y="43159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expiring, chain_invalid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0561320" y="4315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629400" y="4663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680960" y="46634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/ memory threshold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0561320" y="4663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629400" y="5010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680960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10561320" y="50109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583680" y="5541264"/>
            <a:ext cx="483077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629400" y="5632704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: Webhook + Discord   ·   Pro : Slack, Teams, Email + escalation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EXPOSER &amp; AUTOMATISER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publique. API REST. Serveur MCP.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tu monitores est lisible par tes utilisateurs, par tes scripts, et par ton assistant 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260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publique propre, temps réel via SSE. Groupes de composants, sévérité agrégée sur tous les monitors. Pas besoin d'un second outil.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146304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/status/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2978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98" y="2286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29260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l'UI expose est disponible en API. Containers, endpoints, heartbeats, certificats, alertes, webhooks, security, updates.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597298" y="5257800"/>
            <a:ext cx="146304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97298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7317" y="2011680"/>
            <a:ext cx="3545738" cy="40233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2286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71637" y="292608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371637" y="35204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intégré. Requête ton infra, lis tes logs, vérifie tes alertes depuis n'importe quel client MCP. stdio &amp; HTTP avec OAuth2.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371637" y="5257800"/>
            <a:ext cx="146304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71637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ÉDITIONS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complet. Pro, pour aller plus loin.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fonctionnalité clé paywalled. Le Pro ajoute l'alerting avancé, les CVE, les incidents.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10048" cy="429768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94560"/>
            <a:ext cx="358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72688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Gratuit · AGPL-3.0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6265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92608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auto-discovery (illimité)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2783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19125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HTTP/TCP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9300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456432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/ cron (10 monitors)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818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3721608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TLS (5 + auto illimités)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23360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3986784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ressources (live)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8853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88720" y="425196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insights</a:t>
            </a:r>
            <a:endParaRPr lang="en-US" sz="11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553712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88720" y="451713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intelligence (digest scan)</a:t>
            </a:r>
            <a:endParaRPr lang="en-US" sz="11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81888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188720" y="4782312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d'alertes + silence rules</a:t>
            </a:r>
            <a:endParaRPr lang="en-US" sz="11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084064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188720" y="5047488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Discord</a:t>
            </a:r>
            <a:endParaRPr lang="en-US" sz="11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5349240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188720" y="5312664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(1 groupe, 3 composants)</a:t>
            </a:r>
            <a:endParaRPr lang="en-US" sz="11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614416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1188720" y="557784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SSE + MCP + PWA</a:t>
            </a:r>
            <a:endParaRPr lang="en-US" sz="115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879592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1188720" y="584301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Docker · Swarm · K8s</a:t>
            </a:r>
            <a:endParaRPr lang="en-US" sz="1150" dirty="0"/>
          </a:p>
        </p:txBody>
      </p:sp>
      <p:sp>
        <p:nvSpPr>
          <p:cNvPr id="34" name="Shape 19"/>
          <p:cNvSpPr/>
          <p:nvPr/>
        </p:nvSpPr>
        <p:spPr>
          <a:xfrm>
            <a:off x="6233008" y="1920240"/>
            <a:ext cx="5410048" cy="4297680"/>
          </a:xfrm>
          <a:prstGeom prst="rect">
            <a:avLst/>
          </a:prstGeom>
          <a:solidFill>
            <a:srgbClr val="162232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8768" y="2240280"/>
            <a:ext cx="411480" cy="411480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7147408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37" name="Text 21"/>
          <p:cNvSpPr/>
          <p:nvPr/>
        </p:nvSpPr>
        <p:spPr>
          <a:xfrm>
            <a:off x="8442655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9 €</a:t>
            </a:r>
            <a:pPr algn="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mois  ·  </a:t>
            </a:r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90 €</a:t>
            </a:r>
            <a:pPr algn="r"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an</a:t>
            </a:r>
            <a:endParaRPr lang="en-US" sz="18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8768" y="2962656"/>
            <a:ext cx="182880" cy="18288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873088" y="292608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qu'il y a dans Community</a:t>
            </a:r>
            <a:endParaRPr lang="en-US" sz="115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8768" y="3227832"/>
            <a:ext cx="182880" cy="18288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873088" y="319125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Slack, Microsoft Teams, Email</a:t>
            </a:r>
            <a:endParaRPr lang="en-US" sz="115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8768" y="3493008"/>
            <a:ext cx="182880" cy="18288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873088" y="3456432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+ routing par entité</a:t>
            </a:r>
            <a:endParaRPr lang="en-US" sz="115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8768" y="3758184"/>
            <a:ext cx="182880" cy="182880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6873088" y="3721608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maintenance</a:t>
            </a:r>
            <a:endParaRPr lang="en-US" sz="1150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8768" y="4023360"/>
            <a:ext cx="182880" cy="182880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6873088" y="3986784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d'incidents (CRUD complet)</a:t>
            </a:r>
            <a:endParaRPr lang="en-US" sz="1150" dirty="0"/>
          </a:p>
        </p:txBody>
      </p:sp>
      <p:pic>
        <p:nvPicPr>
          <p:cNvPr id="4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8768" y="4288536"/>
            <a:ext cx="182880" cy="182880"/>
          </a:xfrm>
          <a:prstGeom prst="rect">
            <a:avLst/>
          </a:prstGeom>
        </p:spPr>
      </p:pic>
      <p:sp>
        <p:nvSpPr>
          <p:cNvPr id="49" name="Text 27"/>
          <p:cNvSpPr/>
          <p:nvPr/>
        </p:nvSpPr>
        <p:spPr>
          <a:xfrm>
            <a:off x="6873088" y="425196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 complète + notifications</a:t>
            </a:r>
            <a:endParaRPr lang="en-US" sz="1150" dirty="0"/>
          </a:p>
        </p:txBody>
      </p:sp>
      <p:pic>
        <p:nvPicPr>
          <p:cNvPr id="5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8768" y="4553712"/>
            <a:ext cx="182880" cy="182880"/>
          </a:xfrm>
          <a:prstGeom prst="rect">
            <a:avLst/>
          </a:prstGeom>
        </p:spPr>
      </p:pic>
      <p:sp>
        <p:nvSpPr>
          <p:cNvPr id="51" name="Text 28"/>
          <p:cNvSpPr/>
          <p:nvPr/>
        </p:nvSpPr>
        <p:spPr>
          <a:xfrm>
            <a:off x="6873088" y="451713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ressources étendu</a:t>
            </a:r>
            <a:endParaRPr lang="en-US" sz="1150" dirty="0"/>
          </a:p>
        </p:txBody>
      </p:sp>
      <p:pic>
        <p:nvPicPr>
          <p:cNvPr id="5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8768" y="4818888"/>
            <a:ext cx="182880" cy="182880"/>
          </a:xfrm>
          <a:prstGeom prst="rect">
            <a:avLst/>
          </a:prstGeom>
        </p:spPr>
      </p:pic>
      <p:sp>
        <p:nvSpPr>
          <p:cNvPr id="53" name="Text 29"/>
          <p:cNvSpPr/>
          <p:nvPr/>
        </p:nvSpPr>
        <p:spPr>
          <a:xfrm>
            <a:off x="6873088" y="4782312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enrichment + risk scoring</a:t>
            </a:r>
            <a:endParaRPr lang="en-US" sz="1150" dirty="0"/>
          </a:p>
        </p:txBody>
      </p:sp>
      <p:pic>
        <p:nvPicPr>
          <p:cNvPr id="5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8768" y="5084064"/>
            <a:ext cx="182880" cy="182880"/>
          </a:xfrm>
          <a:prstGeom prst="rect">
            <a:avLst/>
          </a:prstGeom>
        </p:spPr>
      </p:pic>
      <p:sp>
        <p:nvSpPr>
          <p:cNvPr id="55" name="Text 30"/>
          <p:cNvSpPr/>
          <p:nvPr/>
        </p:nvSpPr>
        <p:spPr>
          <a:xfrm>
            <a:off x="6873088" y="5047488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 automatiques (OSV.dev)</a:t>
            </a:r>
            <a:endParaRPr lang="en-US" sz="1150" dirty="0"/>
          </a:p>
        </p:txBody>
      </p:sp>
      <p:pic>
        <p:nvPicPr>
          <p:cNvPr id="5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98768" y="5349240"/>
            <a:ext cx="182880" cy="182880"/>
          </a:xfrm>
          <a:prstGeom prst="rect">
            <a:avLst/>
          </a:prstGeom>
        </p:spPr>
      </p:pic>
      <p:sp>
        <p:nvSpPr>
          <p:cNvPr id="57" name="Text 31"/>
          <p:cNvSpPr/>
          <p:nvPr/>
        </p:nvSpPr>
        <p:spPr>
          <a:xfrm>
            <a:off x="6873088" y="5312664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dashboard</a:t>
            </a:r>
            <a:endParaRPr lang="en-US" sz="1150" dirty="0"/>
          </a:p>
        </p:txBody>
      </p:sp>
      <p:pic>
        <p:nvPicPr>
          <p:cNvPr id="5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8768" y="5614416"/>
            <a:ext cx="182880" cy="182880"/>
          </a:xfrm>
          <a:prstGeom prst="rect">
            <a:avLst/>
          </a:prstGeom>
        </p:spPr>
      </p:pic>
      <p:sp>
        <p:nvSpPr>
          <p:cNvPr id="59" name="Text 32"/>
          <p:cNvSpPr/>
          <p:nvPr/>
        </p:nvSpPr>
        <p:spPr>
          <a:xfrm>
            <a:off x="6873088" y="5577840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Swarm / K8s avancés</a:t>
            </a:r>
            <a:endParaRPr lang="en-US" sz="1150" dirty="0"/>
          </a:p>
        </p:txBody>
      </p:sp>
      <p:pic>
        <p:nvPicPr>
          <p:cNvPr id="6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8768" y="5879592"/>
            <a:ext cx="182880" cy="182880"/>
          </a:xfrm>
          <a:prstGeom prst="rect">
            <a:avLst/>
          </a:prstGeom>
        </p:spPr>
      </p:pic>
      <p:sp>
        <p:nvSpPr>
          <p:cNvPr id="61" name="Text 33"/>
          <p:cNvSpPr/>
          <p:nvPr/>
        </p:nvSpPr>
        <p:spPr>
          <a:xfrm>
            <a:off x="6873088" y="5843016"/>
            <a:ext cx="449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illimités</a:t>
            </a:r>
            <a:endParaRPr lang="en-US" sz="1150" dirty="0"/>
          </a:p>
        </p:txBody>
      </p:sp>
      <p:sp>
        <p:nvSpPr>
          <p:cNvPr id="62" name="Shape 3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63" name="Text 3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64" name="Text 36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binaire. Une base SQLite. Rien d'autre.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Redis, pas de Postgres, pas de file d'attente. Volontairement.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9814255" cy="4114800"/>
          </a:xfrm>
          <a:prstGeom prst="rect">
            <a:avLst/>
          </a:prstGeom>
          <a:solidFill>
            <a:srgbClr val="111821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103120"/>
            <a:ext cx="9265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Go binary  ·  ghcr.io/kolapsis/maintenant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606040"/>
            <a:ext cx="8899855" cy="64008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606040"/>
            <a:ext cx="8899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 +  TypeScript  +  Tailwind  —  embedded via embed.FS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926080"/>
            <a:ext cx="8899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SSE  ·  uPlot charts  ·  PWA support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95848" y="3291840"/>
            <a:ext cx="0" cy="182880"/>
          </a:xfrm>
          <a:prstGeom prst="line">
            <a:avLst/>
          </a:prstGeom>
          <a:noFill/>
          <a:ln w="12700">
            <a:solidFill>
              <a:srgbClr val="8B98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3566160"/>
            <a:ext cx="8899855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56616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  ·  SSE broker  ·  MCP server (stdio + HTTP)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4160520"/>
            <a:ext cx="0" cy="182880"/>
          </a:xfrm>
          <a:prstGeom prst="line">
            <a:avLst/>
          </a:prstGeom>
          <a:noFill/>
          <a:ln w="12700">
            <a:solidFill>
              <a:srgbClr val="8B98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4389120"/>
            <a:ext cx="4312768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38912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470916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socket.sock:ro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3008" y="4389120"/>
            <a:ext cx="4312768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3008" y="438912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runtime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470916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in-cluster RBAC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5848" y="5029200"/>
            <a:ext cx="0" cy="137160"/>
          </a:xfrm>
          <a:prstGeom prst="line">
            <a:avLst/>
          </a:prstGeom>
          <a:noFill/>
          <a:ln w="12700">
            <a:solidFill>
              <a:srgbClr val="8B98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5212080"/>
            <a:ext cx="8899855" cy="502920"/>
          </a:xfrm>
          <a:prstGeom prst="rect">
            <a:avLst/>
          </a:prstGeom>
          <a:solidFill>
            <a:srgbClr val="0B0F1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5212080"/>
            <a:ext cx="8899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 ·  WAL mode  ·  single-writer  ·  zero external dependencies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MODÈLE DE SÉCURITÉ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d'auth intégré. Par conception.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Prometheus, Dozzle et la plupart des outils self-hostés, maintenant s'assoit derrière ton reverse proxy + auth middleware. Zéro compte utilisateur à gérer en plus.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02154" cy="118872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260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69082" y="3246120"/>
            <a:ext cx="192024" cy="0"/>
          </a:xfrm>
          <a:prstGeom prst="line">
            <a:avLst/>
          </a:prstGeom>
          <a:noFill/>
          <a:ln w="19050">
            <a:solidFill>
              <a:srgbClr val="8B98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79394" y="2651760"/>
            <a:ext cx="2602154" cy="118872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9394" y="2880360"/>
            <a:ext cx="260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6554" y="3337560"/>
            <a:ext cx="2327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Traefik · Caddy · nginx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9836" y="3246120"/>
            <a:ext cx="192024" cy="0"/>
          </a:xfrm>
          <a:prstGeom prst="line">
            <a:avLst/>
          </a:prstGeom>
          <a:noFill/>
          <a:ln w="19050">
            <a:solidFill>
              <a:srgbClr val="8B98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0148" y="2651760"/>
            <a:ext cx="2602154" cy="118872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0148" y="2880360"/>
            <a:ext cx="260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7308" y="3337560"/>
            <a:ext cx="2327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Authelia · Authentik · OAuth2 Proxy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30589" y="3246120"/>
            <a:ext cx="192024" cy="0"/>
          </a:xfrm>
          <a:prstGeom prst="line">
            <a:avLst/>
          </a:prstGeom>
          <a:noFill/>
          <a:ln w="19050">
            <a:solidFill>
              <a:srgbClr val="8B98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40901" y="2651760"/>
            <a:ext cx="2602154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0901" y="2880360"/>
            <a:ext cx="260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78061" y="3337560"/>
            <a:ext cx="2327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only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17136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44805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access: maintenant n'intervient jamais sur tes stacks.</a:t>
            </a:r>
            <a:endParaRPr lang="en-US" sz="12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928616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4892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/ping/{uuid} et /status/ sont publics par design — configure ton proxy en conséquence.</a:t>
            </a:r>
            <a:endParaRPr lang="en-US" sz="12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009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5303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socket monté en :ro. /proc monté en :ro. tmpfs sur /tmp. no-new-privileges.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38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RÉCAP CHIFFRÉ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pèse, concrètement.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 léger pour un Raspberry Pi. Assez sérieux pour ton cluster.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~17</a:t>
            </a:r>
            <a:pPr algn="ctr" indent="0" marL="0">
              <a:buNone/>
            </a:pPr>
            <a:r>
              <a:rPr lang="en-US" sz="3200" b="1" dirty="0">
                <a:solidFill>
                  <a:srgbClr val="8B98A5"/>
                </a:solidFill>
              </a:rPr>
              <a:t>MB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731520" y="32689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au repos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210312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2978" y="237744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1</a:t>
            </a:r>
            <a:pPr algn="ctr" indent="0" marL="0">
              <a:buNone/>
            </a:pPr>
            <a:endParaRPr lang="en-US" sz="7800" dirty="0"/>
          </a:p>
        </p:txBody>
      </p:sp>
      <p:sp>
        <p:nvSpPr>
          <p:cNvPr id="11" name="Text 9"/>
          <p:cNvSpPr/>
          <p:nvPr/>
        </p:nvSpPr>
        <p:spPr>
          <a:xfrm>
            <a:off x="4505858" y="32689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à déployer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7317" y="210312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7317" y="237744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0</a:t>
            </a:r>
            <a:pPr algn="ctr" indent="0" marL="0">
              <a:buNone/>
            </a:pP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8280197" y="326898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externe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8338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5770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9</a:t>
            </a:r>
            <a:pPr algn="ctr" indent="0" marL="0">
              <a:buNone/>
            </a:pPr>
            <a:r>
              <a:rPr lang="en-US" sz="3200" b="1" dirty="0">
                <a:solidFill>
                  <a:srgbClr val="8B98A5"/>
                </a:solidFill>
              </a:rPr>
              <a:t>+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couverts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2978" y="418338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2978" y="445770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30</a:t>
            </a:r>
            <a:pPr algn="ctr" indent="0" marL="0">
              <a:buNone/>
            </a:pPr>
            <a:r>
              <a:rPr lang="en-US" sz="3200" b="1" dirty="0">
                <a:solidFill>
                  <a:srgbClr val="8B98A5"/>
                </a:solidFill>
              </a:rPr>
              <a:t>s</a:t>
            </a:r>
            <a:endParaRPr lang="en-US" sz="7800" dirty="0"/>
          </a:p>
        </p:txBody>
      </p:sp>
      <p:sp>
        <p:nvSpPr>
          <p:cNvPr id="20" name="Text 18"/>
          <p:cNvSpPr/>
          <p:nvPr/>
        </p:nvSpPr>
        <p:spPr>
          <a:xfrm>
            <a:off x="4505858" y="5349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démarrer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7317" y="4183380"/>
            <a:ext cx="3545738" cy="1851660"/>
          </a:xfrm>
          <a:prstGeom prst="rect">
            <a:avLst/>
          </a:prstGeom>
          <a:solidFill>
            <a:srgbClr val="111821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7317" y="4457700"/>
            <a:ext cx="354573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4B8A6"/>
                </a:solidFill>
              </a:rPr>
              <a:t>90</a:t>
            </a:r>
            <a:pPr algn="ctr" indent="0" marL="0">
              <a:buNone/>
            </a:pPr>
            <a:r>
              <a:rPr lang="en-US" sz="3200" b="1" dirty="0">
                <a:solidFill>
                  <a:srgbClr val="8B98A5"/>
                </a:solidFill>
              </a:rPr>
              <a:t>j</a:t>
            </a:r>
            <a:endParaRPr lang="en-US" sz="7800" dirty="0"/>
          </a:p>
        </p:txBody>
      </p:sp>
      <p:sp>
        <p:nvSpPr>
          <p:cNvPr id="23" name="Text 21"/>
          <p:cNvSpPr/>
          <p:nvPr/>
        </p:nvSpPr>
        <p:spPr>
          <a:xfrm>
            <a:off x="8280197" y="5349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d'historique uptime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KOLAPSIS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everything.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nothing.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681728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22244" y="43891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22244" y="4681728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maintenant.dev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48" y="43891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5848" y="4681728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github.com/kolapsis/maintenant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451" y="43891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451" y="4681728"/>
            <a:ext cx="259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/ Commercial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11094415" cy="0"/>
          </a:xfrm>
          <a:prstGeom prst="line">
            <a:avLst/>
          </a:prstGeom>
          <a:noFill/>
          <a:ln w="9525">
            <a:solidFill>
              <a:srgbClr val="1F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2025-2026 Benjamin Touchard / kOlapsis — Bordeaux, France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Maintenant — Monitor everything. Manage nothing.</dc:title>
  <dc:subject>PptxGenJS Presentation</dc:subject>
  <dc:creator>Benjamin Touchard / kOlapsis</dc:creator>
  <cp:lastModifiedBy>Benjamin Touchard / kOlapsis</cp:lastModifiedBy>
  <cp:revision>1</cp:revision>
  <dcterms:created xsi:type="dcterms:W3CDTF">2026-04-16T21:41:56Z</dcterms:created>
  <dcterms:modified xsi:type="dcterms:W3CDTF">2026-04-16T21:41:56Z</dcterms:modified>
</cp:coreProperties>
</file>